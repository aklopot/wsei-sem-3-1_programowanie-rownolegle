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9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40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21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4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6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025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30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230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24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237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6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9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3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446550"/>
            <a:ext cx="5496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Istnieje komunikacja między procesami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74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446550"/>
            <a:ext cx="5496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Istnieje komunikacja między procesami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846660"/>
            <a:ext cx="5768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Lista argumentów musi zostać podzielona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10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446550"/>
            <a:ext cx="5496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Istnieje komunikacja między procesami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846660"/>
            <a:ext cx="5768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Lista argumentów musi zostać podzielona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246770"/>
            <a:ext cx="9771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Odpowiednie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workery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dostaną odpowiednie argumenty do przetworzenia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93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446550"/>
            <a:ext cx="5496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Istnieje komunikacja między procesami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846660"/>
            <a:ext cx="5768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Lista argumentów musi zostać podzielona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246770"/>
            <a:ext cx="9771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Odpowiednie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workery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dostaną odpowiednie argumenty do przetworzenia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646880"/>
            <a:ext cx="6984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Wyniki pracy każdego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workera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zostaną zwrócone…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7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727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pule są takie powolne (względem procesów)?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700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Dlaczego nie zużywają 100% procesora jak procesy?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446550"/>
            <a:ext cx="5496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Istnieje komunikacja między procesami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1846660"/>
            <a:ext cx="5768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Lista argumentów musi zostać podzielona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246770"/>
            <a:ext cx="9771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Odpowiednie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workery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dostaną odpowiednie argumenty do przetworzenia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2646880"/>
            <a:ext cx="6984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Wyniki pracy każdego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workera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zostaną zwrócone…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3046990"/>
            <a:ext cx="4300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 Ale tak by zachować kolejność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8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244</Words>
  <Application>Microsoft Office PowerPoint</Application>
  <PresentationFormat>Panoramiczny</PresentationFormat>
  <Paragraphs>36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Windows User</dc:creator>
  <cp:lastModifiedBy>User</cp:lastModifiedBy>
  <cp:revision>205</cp:revision>
  <dcterms:created xsi:type="dcterms:W3CDTF">2018-10-07T09:36:41Z</dcterms:created>
  <dcterms:modified xsi:type="dcterms:W3CDTF">2021-04-09T23:29:01Z</dcterms:modified>
</cp:coreProperties>
</file>