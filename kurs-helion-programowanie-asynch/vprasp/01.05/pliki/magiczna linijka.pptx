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9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40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21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4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6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025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30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230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24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237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6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9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6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200329"/>
            <a:ext cx="10024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przy użyciu biblioteki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multiprocessing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jej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nie użyjemy, dostaniemy błąd: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4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200329"/>
            <a:ext cx="10024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przy użyciu biblioteki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multiprocessing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jej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nie użyjemy, dostaniemy błąd: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723549"/>
            <a:ext cx="39433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5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200329"/>
            <a:ext cx="10024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przy użyciu biblioteki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multiprocessing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jej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nie użyjemy, dostaniemy błąd: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723549"/>
            <a:ext cx="3943350" cy="2095500"/>
          </a:xfrm>
          <a:prstGeom prst="rect">
            <a:avLst/>
          </a:prstGeom>
        </p:spPr>
      </p:pic>
      <p:sp>
        <p:nvSpPr>
          <p:cNvPr id="9" name="pole tekstowe 8"/>
          <p:cNvSpPr txBox="1"/>
          <p:nvPr/>
        </p:nvSpPr>
        <p:spPr>
          <a:xfrm>
            <a:off x="275846" y="3942159"/>
            <a:ext cx="10468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Należy zrozumieć jak kod (nawet bez tej biblioteki) działa z tą linijką i bez niej.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55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200329"/>
            <a:ext cx="10024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przy użyciu biblioteki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multiprocessing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jej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nie użyjemy, dostaniemy błąd: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723549"/>
            <a:ext cx="3943350" cy="2095500"/>
          </a:xfrm>
          <a:prstGeom prst="rect">
            <a:avLst/>
          </a:prstGeom>
        </p:spPr>
      </p:pic>
      <p:sp>
        <p:nvSpPr>
          <p:cNvPr id="9" name="pole tekstowe 8"/>
          <p:cNvSpPr txBox="1"/>
          <p:nvPr/>
        </p:nvSpPr>
        <p:spPr>
          <a:xfrm>
            <a:off x="275846" y="3942159"/>
            <a:ext cx="10468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Należy zrozumieć jak kod (nawet bez tej biblioteki) działa z tą linijką i bez niej.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434226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72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57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0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2308325"/>
            <a:ext cx="11204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więc (tak jak w naszym przypadku) były dwa procesy, to bez „magicznej” linijki: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4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2308325"/>
            <a:ext cx="11204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więc (tak jak w naszym przypadku) były dwa procesy, to bez „magicznej” linijki: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5" y="2706620"/>
            <a:ext cx="641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uruchamiając się stworzyłby 2 procesy.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5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2308325"/>
            <a:ext cx="11204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więc (tak jak w naszym przypadku) były dwa procesy, to bez „magicznej” linijki: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5" y="2706620"/>
            <a:ext cx="641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uruchamiając się stworzyłby 2 procesy.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3106730"/>
            <a:ext cx="11117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 importowałyby główny program, który by się uruchomić tworząc dwa razy po dwa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procesy – łącznie już 6 procesów.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13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2308325"/>
            <a:ext cx="11204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więc (tak jak w naszym przypadku) były dwa procesy, to bez „magicznej” linijki: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5" y="2706620"/>
            <a:ext cx="641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uruchamiając się stworzyłby 2 procesy.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3106730"/>
            <a:ext cx="11117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 importowałyby główny program, który by się uruchomić tworząc dwa razy po dwa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procesy – łącznie już 6 procesów.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3814616"/>
            <a:ext cx="11458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Cztery nowe procesy importowałyby główny kod programu tworząc 8 nowych procesów.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5" y="4212911"/>
            <a:ext cx="4418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8 -&gt; 16 -&gt; 32 -&gt; 64 -&gt; … -&gt; ∞ 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40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882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Naszym głównym zainteresowaniem cieszy się teraz linijka: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4843894" y="923330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1200329"/>
            <a:ext cx="1108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Zatem używamy tej linijki by podczas importowania naszego modułu nie wytworzyły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się żadne procesy. Dlaczego?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1908215"/>
            <a:ext cx="920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Każdy proces ma dostęp do głównego kodu programu – importuje go.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2308325"/>
            <a:ext cx="11204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Jeśli więc (tak jak w naszym przypadku) były dwa procesy, to bez „magicznej” linijki: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5" y="2706620"/>
            <a:ext cx="641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uruchamiając się stworzyłby 2 procesy.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5" y="3106730"/>
            <a:ext cx="11117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 importowałyby główny program, który by się uruchomić tworząc dwa razy po dwa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procesy – łącznie już 6 procesów.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5845" y="3814616"/>
            <a:ext cx="11458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Cztery nowe procesy importowałyby główny kod programu tworząc 8 nowych procesów.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5" y="4212911"/>
            <a:ext cx="4418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8 -&gt; 16 -&gt; 32 -&gt; 64 -&gt; … -&gt; ∞ 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pole tekstowe 14"/>
          <p:cNvSpPr txBox="1"/>
          <p:nvPr/>
        </p:nvSpPr>
        <p:spPr>
          <a:xfrm>
            <a:off x="275845" y="4613021"/>
            <a:ext cx="103041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Dlatego musimy zabezpieczyć nasz program przed auto-tworzeniem-procesów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linijką: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4565546" y="5320907"/>
            <a:ext cx="2504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__</a:t>
            </a:r>
            <a:r>
              <a:rPr lang="pl-PL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 == 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"__</a:t>
            </a:r>
            <a:r>
              <a:rPr lang="pl-PL" sz="1200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</a:t>
            </a:r>
            <a:r>
              <a:rPr lang="pl-PL" sz="12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__"</a:t>
            </a:r>
            <a:r>
              <a:rPr lang="pl-P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l-PL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8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731</Words>
  <Application>Microsoft Office PowerPoint</Application>
  <PresentationFormat>Panoramiczny</PresentationFormat>
  <Paragraphs>77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Windows User</dc:creator>
  <cp:lastModifiedBy>User</cp:lastModifiedBy>
  <cp:revision>198</cp:revision>
  <dcterms:created xsi:type="dcterms:W3CDTF">2018-10-07T09:36:41Z</dcterms:created>
  <dcterms:modified xsi:type="dcterms:W3CDTF">2021-04-09T08:39:40Z</dcterms:modified>
</cp:coreProperties>
</file>