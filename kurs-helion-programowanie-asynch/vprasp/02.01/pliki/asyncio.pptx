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3" r:id="rId13"/>
    <p:sldId id="272" r:id="rId14"/>
    <p:sldId id="270" r:id="rId15"/>
    <p:sldId id="285" r:id="rId16"/>
    <p:sldId id="271" r:id="rId17"/>
    <p:sldId id="274" r:id="rId18"/>
    <p:sldId id="286" r:id="rId19"/>
    <p:sldId id="278" r:id="rId20"/>
    <p:sldId id="277" r:id="rId21"/>
    <p:sldId id="276" r:id="rId22"/>
    <p:sldId id="275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5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21.04.2021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11995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21.04.2021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408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21.04.2021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5215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21.04.2021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459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21.04.2021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2637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21.04.2021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0257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21.04.2021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88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21.04.2021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93062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21.04.2021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2306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21.04.2021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2448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21.04.2021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2376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D71F4-65CB-4E4F-A0FE-7E2F95F04D94}" type="datetimeFigureOut">
              <a:rPr lang="pl-PL" smtClean="0"/>
              <a:t>21.04.2021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7607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89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28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43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323440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66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323440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1723550"/>
            <a:ext cx="11276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Programy rzadko są skoncentrowane jedynie na obliczenia na procesorze (CPU) lub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jedynie na takie, w których trzeba na coś czekać (IO)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72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323440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1723550"/>
            <a:ext cx="11276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Programy rzadko są skoncentrowane jedynie na obliczenia na procesorze (CPU) lub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jedynie na takie, w których trzeba na coś czekać (IO)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2431436"/>
            <a:ext cx="8676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Przykład: pobranie kodu stron internetowych i przeszukiwanie go.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32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323440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1723550"/>
            <a:ext cx="11276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Programy rzadko są skoncentrowane jedynie na obliczenia na procesorze (CPU) lub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jedynie na takie, w których trzeba na coś czekać (IO)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2431436"/>
            <a:ext cx="8676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Przykład: pobranie kodu stron internetowych i przeszukiwanie go.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275846" y="2831546"/>
            <a:ext cx="116618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Używanie wątków blokuje nam główny wątek programu. Program czeka na wykonanie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zadania zdefiniowanego w wątkach.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2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323440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1723550"/>
            <a:ext cx="11276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Programy rzadko są skoncentrowane jedynie na obliczenia na procesorze (CPU) lub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jedynie na takie, w których trzeba na coś czekać (IO)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2431436"/>
            <a:ext cx="8676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Przykład: pobranie kodu stron internetowych i przeszukiwanie go.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275846" y="2831546"/>
            <a:ext cx="116618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Używanie wątków blokuje nam główny wątek programu. Program czeka na wykonanie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zadania zdefiniowanego w wątkach.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5846" y="3539432"/>
            <a:ext cx="113966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 Zdarza się, że chcemy w wątkach operować na innych wątkach, wstrzymywać je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czasami, odpytywać inne wątki (ale tylko wybrane), a następnie kontynuować pracę.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pole tekstowe 12"/>
          <p:cNvSpPr txBox="1"/>
          <p:nvPr/>
        </p:nvSpPr>
        <p:spPr>
          <a:xfrm>
            <a:off x="275846" y="4247318"/>
            <a:ext cx="8008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Przykład: n użytkowników na stronie odpytuje o m zasobów.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58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323440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1723550"/>
            <a:ext cx="11276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Programy rzadko są skoncentrowane jedynie na obliczenia na procesorze (CPU) lub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jedynie na takie, w których trzeba na coś czekać (IO)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2431436"/>
            <a:ext cx="8676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Przykład: pobranie kodu stron internetowych i przeszukiwanie go.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275846" y="2831546"/>
            <a:ext cx="116618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Używanie wątków blokuje nam główny wątek programu. Program czeka na wykonanie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zadania zdefiniowanego w wątkach.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5846" y="3539432"/>
            <a:ext cx="113966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 Zdarza się, że chcemy w wątkach operować na innych wątkach, wstrzymywać je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czasami, odpytywać inne wątki (ale tylko wybrane), a następnie kontynuować pracę.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pole tekstowe 12"/>
          <p:cNvSpPr txBox="1"/>
          <p:nvPr/>
        </p:nvSpPr>
        <p:spPr>
          <a:xfrm>
            <a:off x="275846" y="4247318"/>
            <a:ext cx="8008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Przykład: n użytkowników na stronie odpytuje o m zasobów.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pole tekstowe 13"/>
          <p:cNvSpPr txBox="1"/>
          <p:nvPr/>
        </p:nvSpPr>
        <p:spPr>
          <a:xfrm>
            <a:off x="275846" y="4644718"/>
            <a:ext cx="115690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4. Tylko jeden wątek wykonuje się w jednym czasie (analogicznie jest z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w tym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czasie pozostałe „dopytują się”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GILa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czy mogą teraz przejąć pracę. To kosztuje.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87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323440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1723550"/>
            <a:ext cx="11276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Programy rzadko są skoncentrowane jedynie na obliczenia na procesorze (CPU) lub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jedynie na takie, w których trzeba na coś czekać (IO)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2431436"/>
            <a:ext cx="8676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Przykład: pobranie kodu stron internetowych i przeszukiwanie go.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275846" y="2831546"/>
            <a:ext cx="116618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Używanie wątków blokuje nam główny wątek programu. Program czeka na wykonanie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zadania zdefiniowanego w wątkach.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5846" y="3539432"/>
            <a:ext cx="113966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 Zdarza się, że chcemy w wątkach operować na innych wątkach, wstrzymywać je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czasami, odpytywać inne wątki (ale tylko wybrane), a następnie kontynuować pracę.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pole tekstowe 12"/>
          <p:cNvSpPr txBox="1"/>
          <p:nvPr/>
        </p:nvSpPr>
        <p:spPr>
          <a:xfrm>
            <a:off x="275846" y="4247318"/>
            <a:ext cx="8008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Przykład: n użytkowników na stronie odpytuje o m zasobów.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pole tekstowe 13"/>
          <p:cNvSpPr txBox="1"/>
          <p:nvPr/>
        </p:nvSpPr>
        <p:spPr>
          <a:xfrm>
            <a:off x="275846" y="4644718"/>
            <a:ext cx="115690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4. Tylko jeden wątek wykonuje się w jednym czasie (analogicznie jest z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w tym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czasie pozostałe „dopytują się”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GILa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czy mogą teraz przejąć pracę. To kosztuje.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pole tekstowe 14"/>
          <p:cNvSpPr txBox="1"/>
          <p:nvPr/>
        </p:nvSpPr>
        <p:spPr>
          <a:xfrm>
            <a:off x="275845" y="5262982"/>
            <a:ext cx="9919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5. Kod z użyciem wątków wygląda gorzej. Brzydki kod gorzej się utrzymuje.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24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323440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1723550"/>
            <a:ext cx="10690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6. W kodzie zbudowanym na wątkach musimy dobrać odpowiednią liczbę wątków.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57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323440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1723550"/>
            <a:ext cx="10690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6. W kodzie zbudowanym na wątkach musimy dobrać odpowiednią liczbę wątków.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pole tekstowe 15"/>
          <p:cNvSpPr txBox="1"/>
          <p:nvPr/>
        </p:nvSpPr>
        <p:spPr>
          <a:xfrm>
            <a:off x="275846" y="2123660"/>
            <a:ext cx="108355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7. Liczba wątków jest ograniczona, a jej zwiększanie niekoniecznie poprawia pracę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programu.</a:t>
            </a:r>
          </a:p>
        </p:txBody>
      </p:sp>
    </p:spTree>
    <p:extLst>
      <p:ext uri="{BB962C8B-B14F-4D97-AF65-F5344CB8AC3E}">
        <p14:creationId xmlns:p14="http://schemas.microsoft.com/office/powerpoint/2010/main" val="150415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323440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1723550"/>
            <a:ext cx="10690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6. W kodzie zbudowanym na wątkach musimy dobrać odpowiednią liczbę wątków.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pole tekstowe 15"/>
          <p:cNvSpPr txBox="1"/>
          <p:nvPr/>
        </p:nvSpPr>
        <p:spPr>
          <a:xfrm>
            <a:off x="275846" y="2123660"/>
            <a:ext cx="108355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7. Liczba wątków jest ograniczona, a jej zwiększanie niekoniecznie poprawia pracę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programu.</a:t>
            </a:r>
          </a:p>
        </p:txBody>
      </p:sp>
      <p:sp>
        <p:nvSpPr>
          <p:cNvPr id="17" name="pole tekstowe 16"/>
          <p:cNvSpPr txBox="1"/>
          <p:nvPr/>
        </p:nvSpPr>
        <p:spPr>
          <a:xfrm>
            <a:off x="275846" y="2831546"/>
            <a:ext cx="11690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8. W wątkach wykonywana jest pewna praca podczas przepinania się (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switching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28760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323440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1723550"/>
            <a:ext cx="10690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6. W kodzie zbudowanym na wątkach musimy dobrać odpowiednią liczbę wątków.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pole tekstowe 15"/>
          <p:cNvSpPr txBox="1"/>
          <p:nvPr/>
        </p:nvSpPr>
        <p:spPr>
          <a:xfrm>
            <a:off x="275846" y="2123660"/>
            <a:ext cx="108355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7. Liczba wątków jest ograniczona, a jej zwiększanie niekoniecznie poprawia pracę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programu.</a:t>
            </a:r>
          </a:p>
        </p:txBody>
      </p:sp>
      <p:sp>
        <p:nvSpPr>
          <p:cNvPr id="17" name="pole tekstowe 16"/>
          <p:cNvSpPr txBox="1"/>
          <p:nvPr/>
        </p:nvSpPr>
        <p:spPr>
          <a:xfrm>
            <a:off x="275846" y="2831546"/>
            <a:ext cx="11690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8. W wątkach wykonywana jest pewna praca podczas przepinania się (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switching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3231656"/>
            <a:ext cx="60856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9. Brak możliwości zatrzymania/ubicia wątku.</a:t>
            </a:r>
          </a:p>
        </p:txBody>
      </p:sp>
    </p:spTree>
    <p:extLst>
      <p:ext uri="{BB962C8B-B14F-4D97-AF65-F5344CB8AC3E}">
        <p14:creationId xmlns:p14="http://schemas.microsoft.com/office/powerpoint/2010/main" val="1400076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323440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1723550"/>
            <a:ext cx="10690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6. W kodzie zbudowanym na wątkach musimy dobrać odpowiednią liczbę wątków.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pole tekstowe 15"/>
          <p:cNvSpPr txBox="1"/>
          <p:nvPr/>
        </p:nvSpPr>
        <p:spPr>
          <a:xfrm>
            <a:off x="275846" y="2123660"/>
            <a:ext cx="108355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7. Liczba wątków jest ograniczona, a jej zwiększanie niekoniecznie poprawia pracę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programu.</a:t>
            </a:r>
          </a:p>
        </p:txBody>
      </p:sp>
      <p:sp>
        <p:nvSpPr>
          <p:cNvPr id="17" name="pole tekstowe 16"/>
          <p:cNvSpPr txBox="1"/>
          <p:nvPr/>
        </p:nvSpPr>
        <p:spPr>
          <a:xfrm>
            <a:off x="275846" y="2831546"/>
            <a:ext cx="11690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8. W wątkach wykonywana jest pewna praca podczas przepinania się (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switching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3231656"/>
            <a:ext cx="60856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9. Brak możliwości zatrzymania/ubicia wątku.</a:t>
            </a:r>
          </a:p>
        </p:txBody>
      </p:sp>
      <p:sp>
        <p:nvSpPr>
          <p:cNvPr id="11" name="pole tekstowe 10"/>
          <p:cNvSpPr txBox="1"/>
          <p:nvPr/>
        </p:nvSpPr>
        <p:spPr>
          <a:xfrm>
            <a:off x="275846" y="3631766"/>
            <a:ext cx="115557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10. Wiele wątków istnieje niekoniecznie na jednym rdzeniu. Wątki mogą być na różnych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rdzeniach procesora.</a:t>
            </a:r>
          </a:p>
        </p:txBody>
      </p:sp>
    </p:spTree>
    <p:extLst>
      <p:ext uri="{BB962C8B-B14F-4D97-AF65-F5344CB8AC3E}">
        <p14:creationId xmlns:p14="http://schemas.microsoft.com/office/powerpoint/2010/main" val="369996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323440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1723550"/>
            <a:ext cx="10690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6. W kodzie zbudowanym na wątkach musimy dobrać odpowiednią liczbę wątków.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pole tekstowe 15"/>
          <p:cNvSpPr txBox="1"/>
          <p:nvPr/>
        </p:nvSpPr>
        <p:spPr>
          <a:xfrm>
            <a:off x="275846" y="2123660"/>
            <a:ext cx="108355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7. Liczba wątków jest ograniczona, a jej zwiększanie niekoniecznie poprawia pracę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programu.</a:t>
            </a:r>
          </a:p>
        </p:txBody>
      </p:sp>
      <p:sp>
        <p:nvSpPr>
          <p:cNvPr id="17" name="pole tekstowe 16"/>
          <p:cNvSpPr txBox="1"/>
          <p:nvPr/>
        </p:nvSpPr>
        <p:spPr>
          <a:xfrm>
            <a:off x="275846" y="2831546"/>
            <a:ext cx="11690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8. W wątkach wykonywana jest pewna praca podczas przepinania się (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switching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3231656"/>
            <a:ext cx="60856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9. Brak możliwości zatrzymania/ubicia wątku.</a:t>
            </a:r>
          </a:p>
        </p:txBody>
      </p:sp>
      <p:sp>
        <p:nvSpPr>
          <p:cNvPr id="11" name="pole tekstowe 10"/>
          <p:cNvSpPr txBox="1"/>
          <p:nvPr/>
        </p:nvSpPr>
        <p:spPr>
          <a:xfrm>
            <a:off x="275846" y="3631766"/>
            <a:ext cx="115557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10. Wiele wątków istnieje niekoniecznie na jednym rdzeniu. Wątki mogą być na różnych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rdzeniach procesora.</a:t>
            </a:r>
          </a:p>
        </p:txBody>
      </p:sp>
      <p:sp>
        <p:nvSpPr>
          <p:cNvPr id="12" name="pole tekstowe 11"/>
          <p:cNvSpPr txBox="1"/>
          <p:nvPr/>
        </p:nvSpPr>
        <p:spPr>
          <a:xfrm>
            <a:off x="275846" y="4290775"/>
            <a:ext cx="118546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11. Wątki podatne są na tzw. system z wyścigami, czyli że kilka wątków będzie chciało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otrzymać dostęp do tego samego zasobu w tym samym czasie lub w </a:t>
            </a:r>
            <a:r>
              <a:rPr lang="pl-PL" sz="20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różnej kolejności.</a:t>
            </a:r>
            <a:endParaRPr lang="pl-PL" sz="20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06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5845" y="1323440"/>
            <a:ext cx="104370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korzysta z całkowicie innej składni. Głównymi jej elementami są słowa: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516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5845" y="1323440"/>
            <a:ext cx="104370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korzysta z całkowicie innej składni. Głównymi jej elementami są słowa: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pole tekstowe 12"/>
          <p:cNvSpPr txBox="1"/>
          <p:nvPr/>
        </p:nvSpPr>
        <p:spPr>
          <a:xfrm>
            <a:off x="275845" y="1723550"/>
            <a:ext cx="108185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tak oznaczamy funkcję, która ma zostać uruchomiona asynchronicznie.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Funkcja ta w chwili wywołania staje się </a:t>
            </a:r>
            <a:r>
              <a:rPr lang="pl-PL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koprocedurą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</a:t>
            </a:r>
            <a:r>
              <a:rPr lang="pl-PL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korutyną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5889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5845" y="1323440"/>
            <a:ext cx="104370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korzysta z całkowicie innej składni. Głównymi jej elementami są słowa: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pole tekstowe 12"/>
          <p:cNvSpPr txBox="1"/>
          <p:nvPr/>
        </p:nvSpPr>
        <p:spPr>
          <a:xfrm>
            <a:off x="275845" y="1723550"/>
            <a:ext cx="1134791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tak oznaczamy funkcję, która ma zostać uruchomiona asynchronicznie.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Funkcja ta w chwili wywołania staje się </a:t>
            </a:r>
            <a:r>
              <a:rPr lang="pl-PL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koprocedurą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</a:t>
            </a:r>
            <a:r>
              <a:rPr lang="pl-PL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korutyną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korutyna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inaczej: 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współprogram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lub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koprocedura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program który można chwilowo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przerwać, a wykonanie przerzucić na inną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korutynę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(inny współprogram)</a:t>
            </a:r>
          </a:p>
        </p:txBody>
      </p:sp>
    </p:spTree>
    <p:extLst>
      <p:ext uri="{BB962C8B-B14F-4D97-AF65-F5344CB8AC3E}">
        <p14:creationId xmlns:p14="http://schemas.microsoft.com/office/powerpoint/2010/main" val="231711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5845" y="1323440"/>
            <a:ext cx="104370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korzysta z całkowicie innej składni. Głównymi jej elementami są słowa: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pole tekstowe 12"/>
          <p:cNvSpPr txBox="1"/>
          <p:nvPr/>
        </p:nvSpPr>
        <p:spPr>
          <a:xfrm>
            <a:off x="275845" y="1723550"/>
            <a:ext cx="117378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tak oznaczamy funkcję, która ma zostać uruchomiona asynchronicznie.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Funkcja ta w chwili wywołania staje się </a:t>
            </a:r>
            <a:r>
              <a:rPr lang="pl-PL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koprocedurą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</a:t>
            </a:r>
            <a:r>
              <a:rPr lang="pl-PL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korutyną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korutyna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inaczej: </a:t>
            </a:r>
            <a:r>
              <a:rPr lang="pl-PL" sz="20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współprogram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lub </a:t>
            </a:r>
            <a:r>
              <a:rPr lang="pl-PL" sz="20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koprocedura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program który można chwilowo</a:t>
            </a:r>
            <a:b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przerwać, a wykonanie przerzucić na inną </a:t>
            </a:r>
            <a:r>
              <a:rPr lang="pl-PL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korutynę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(inny współprogram)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await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komenda odpowiedzialna za „uruchomienie”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korutyny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oznaczonej przy pomocy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Mamy więc pewną interakcję między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await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2309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5845" y="1323440"/>
            <a:ext cx="104370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korzysta z całkowicie innej składni. Głównymi jej elementami są słowa: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pole tekstowe 12"/>
          <p:cNvSpPr txBox="1"/>
          <p:nvPr/>
        </p:nvSpPr>
        <p:spPr>
          <a:xfrm>
            <a:off x="275845" y="1723550"/>
            <a:ext cx="1204785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tak oznaczamy funkcję, która ma zostać uruchomiona asynchronicznie.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Funkcja ta w chwili wywołania staje się </a:t>
            </a:r>
            <a:r>
              <a:rPr lang="pl-PL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koprocedurą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</a:t>
            </a:r>
            <a:r>
              <a:rPr lang="pl-PL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korutyną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korutyna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inaczej: </a:t>
            </a:r>
            <a:r>
              <a:rPr lang="pl-PL" sz="20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współprogram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lub </a:t>
            </a:r>
            <a:r>
              <a:rPr lang="pl-PL" sz="20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koprocedura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program który można chwilowo</a:t>
            </a:r>
            <a:b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przerwać, a wykonanie przerzucić na inną </a:t>
            </a:r>
            <a:r>
              <a:rPr lang="pl-PL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korutynę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(inny współprogram)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await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komenda odpowiedzialna za „uruchomienie”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korutyny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oznaczonej przy pomocy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Mamy więc pewną interakcję między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await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future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jeżeli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coś zwraca, to słówko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await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tworzy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future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– nie ma jeszcze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wartości, ale wie, że będzie ją mieć i ją poda gdy zostanie zwrócona przez funkcję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Future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 w zasadzie odpowiednik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promise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z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js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875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5845" y="1323440"/>
            <a:ext cx="104370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korzysta z całkowicie innej składni. Głównymi jej elementami są słowa: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pole tekstowe 12"/>
          <p:cNvSpPr txBox="1"/>
          <p:nvPr/>
        </p:nvSpPr>
        <p:spPr>
          <a:xfrm>
            <a:off x="275845" y="1723550"/>
            <a:ext cx="12047850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tak oznaczamy funkcję, która ma zostać uruchomiona asynchronicznie.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Funkcja ta w chwili wywołania staje się </a:t>
            </a:r>
            <a:r>
              <a:rPr lang="pl-PL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koprocedurą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</a:t>
            </a:r>
            <a:r>
              <a:rPr lang="pl-PL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korutyną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korutyna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inaczej: </a:t>
            </a:r>
            <a:r>
              <a:rPr lang="pl-PL" sz="20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współprogram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lub </a:t>
            </a:r>
            <a:r>
              <a:rPr lang="pl-PL" sz="20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koprocedura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program który można chwilowo</a:t>
            </a:r>
            <a:b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przerwać, a wykonanie przerzucić na inną </a:t>
            </a:r>
            <a:r>
              <a:rPr lang="pl-PL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korutynę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(inny współprogram)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await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komenda odpowiedzialna za „uruchomienie”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korutyny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oznaczonej przy pomocy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Mamy więc pewną interakcję między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await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future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jeżeli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korutyna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coś zwraca, to słówko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await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tworzy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future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– nie ma jeszcze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wartości, ale wie, że będzie ją mieć i ją poda gdy zostanie zwrócona przez funkcję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Future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 w zasadzie odpowiednik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promise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z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js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create_task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metoda tworząca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task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z naszej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koprocedury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Potrafi uruchomić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-funkcję” jak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await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 tą różnicą, że nie czeka na wynik i nie wstrzymuje naszego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programu. W chwili kiedy chcemy uzyskać wynik z taska używamy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await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Wtedy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await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staje się czymś na rodzaj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joina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z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multiprocessingu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98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5845" y="1323440"/>
            <a:ext cx="104370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korzysta z całkowicie innej składni. Głównymi jej elementami są słowa: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pole tekstowe 12"/>
          <p:cNvSpPr txBox="1"/>
          <p:nvPr/>
        </p:nvSpPr>
        <p:spPr>
          <a:xfrm>
            <a:off x="275845" y="1723550"/>
            <a:ext cx="1147929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.run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jako, że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await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może zostać wykonane tylko z poziomu wnętrza metody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zaś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może zostać uruchomione przez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await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to by uniknąć „pętli nieskończonej”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potrzebujemy mieć możliwość uruchomienia „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-funkcji” za pierwszym razem. To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właśnie robi 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run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Ściśle rzecz ujmując run tworzy asynchroniczną pętlę zdarzeń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(ang.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event-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loop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21548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Prostokąt 1"/>
          <p:cNvSpPr/>
          <p:nvPr/>
        </p:nvSpPr>
        <p:spPr>
          <a:xfrm>
            <a:off x="2075934" y="2784388"/>
            <a:ext cx="551935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smtClean="0"/>
              <a:t>run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5403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Prostokąt 1"/>
          <p:cNvSpPr/>
          <p:nvPr/>
        </p:nvSpPr>
        <p:spPr>
          <a:xfrm>
            <a:off x="2075934" y="2784388"/>
            <a:ext cx="551935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smtClean="0"/>
              <a:t>run</a:t>
            </a:r>
            <a:endParaRPr lang="pl-PL" dirty="0"/>
          </a:p>
        </p:txBody>
      </p:sp>
      <p:cxnSp>
        <p:nvCxnSpPr>
          <p:cNvPr id="8" name="Łącznik prosty ze strzałką 7"/>
          <p:cNvCxnSpPr>
            <a:stCxn id="2" idx="3"/>
          </p:cNvCxnSpPr>
          <p:nvPr/>
        </p:nvCxnSpPr>
        <p:spPr>
          <a:xfrm flipV="1">
            <a:off x="2627869" y="2990335"/>
            <a:ext cx="1260390" cy="24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rostokąt 9"/>
          <p:cNvSpPr/>
          <p:nvPr/>
        </p:nvSpPr>
        <p:spPr>
          <a:xfrm>
            <a:off x="3888258" y="2788506"/>
            <a:ext cx="1309817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async</a:t>
            </a:r>
            <a:r>
              <a:rPr lang="pl-PL" dirty="0" smtClean="0"/>
              <a:t> </a:t>
            </a:r>
            <a:r>
              <a:rPr lang="pl-PL" dirty="0" err="1" smtClean="0"/>
              <a:t>main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6129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Prostokąt 1"/>
          <p:cNvSpPr/>
          <p:nvPr/>
        </p:nvSpPr>
        <p:spPr>
          <a:xfrm>
            <a:off x="2075934" y="2784388"/>
            <a:ext cx="551935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smtClean="0"/>
              <a:t>run</a:t>
            </a:r>
            <a:endParaRPr lang="pl-PL" dirty="0"/>
          </a:p>
        </p:txBody>
      </p:sp>
      <p:cxnSp>
        <p:nvCxnSpPr>
          <p:cNvPr id="8" name="Łącznik prosty ze strzałką 7"/>
          <p:cNvCxnSpPr>
            <a:stCxn id="2" idx="3"/>
          </p:cNvCxnSpPr>
          <p:nvPr/>
        </p:nvCxnSpPr>
        <p:spPr>
          <a:xfrm flipV="1">
            <a:off x="2627869" y="2990335"/>
            <a:ext cx="1260390" cy="24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rostokąt 9"/>
          <p:cNvSpPr/>
          <p:nvPr/>
        </p:nvSpPr>
        <p:spPr>
          <a:xfrm>
            <a:off x="3888258" y="2788506"/>
            <a:ext cx="1309817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async</a:t>
            </a:r>
            <a:r>
              <a:rPr lang="pl-PL" dirty="0" smtClean="0"/>
              <a:t> </a:t>
            </a:r>
            <a:r>
              <a:rPr lang="pl-PL" dirty="0" err="1" smtClean="0"/>
              <a:t>main</a:t>
            </a:r>
            <a:endParaRPr lang="pl-PL" dirty="0"/>
          </a:p>
        </p:txBody>
      </p:sp>
      <p:cxnSp>
        <p:nvCxnSpPr>
          <p:cNvPr id="12" name="Łącznik prosty ze strzałką 11"/>
          <p:cNvCxnSpPr/>
          <p:nvPr/>
        </p:nvCxnSpPr>
        <p:spPr>
          <a:xfrm flipV="1">
            <a:off x="5198075" y="2364259"/>
            <a:ext cx="1400433" cy="51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ze strzałką 13"/>
          <p:cNvCxnSpPr/>
          <p:nvPr/>
        </p:nvCxnSpPr>
        <p:spPr>
          <a:xfrm>
            <a:off x="5198075" y="3015048"/>
            <a:ext cx="14004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ze strzałką 15"/>
          <p:cNvCxnSpPr>
            <a:stCxn id="10" idx="3"/>
          </p:cNvCxnSpPr>
          <p:nvPr/>
        </p:nvCxnSpPr>
        <p:spPr>
          <a:xfrm>
            <a:off x="5198075" y="3019166"/>
            <a:ext cx="1400433" cy="572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rostokąt 16"/>
          <p:cNvSpPr/>
          <p:nvPr/>
        </p:nvSpPr>
        <p:spPr>
          <a:xfrm>
            <a:off x="6598507" y="2158313"/>
            <a:ext cx="2298357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await</a:t>
            </a:r>
            <a:r>
              <a:rPr lang="pl-PL" dirty="0" smtClean="0"/>
              <a:t>/</a:t>
            </a:r>
            <a:r>
              <a:rPr lang="pl-PL" dirty="0" err="1" smtClean="0"/>
              <a:t>task</a:t>
            </a:r>
            <a:r>
              <a:rPr lang="pl-PL" dirty="0" smtClean="0"/>
              <a:t>/</a:t>
            </a:r>
            <a:r>
              <a:rPr lang="pl-PL" dirty="0" err="1" smtClean="0"/>
              <a:t>task_await</a:t>
            </a:r>
            <a:endParaRPr lang="pl-PL" dirty="0"/>
          </a:p>
        </p:txBody>
      </p:sp>
      <p:sp>
        <p:nvSpPr>
          <p:cNvPr id="18" name="Prostokąt 17"/>
          <p:cNvSpPr/>
          <p:nvPr/>
        </p:nvSpPr>
        <p:spPr>
          <a:xfrm>
            <a:off x="6627338" y="2784387"/>
            <a:ext cx="2298357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await</a:t>
            </a:r>
            <a:r>
              <a:rPr lang="pl-PL" dirty="0" smtClean="0"/>
              <a:t>/</a:t>
            </a:r>
            <a:r>
              <a:rPr lang="pl-PL" dirty="0" err="1" smtClean="0"/>
              <a:t>task</a:t>
            </a:r>
            <a:r>
              <a:rPr lang="pl-PL" dirty="0" smtClean="0"/>
              <a:t>/</a:t>
            </a:r>
            <a:r>
              <a:rPr lang="pl-PL" dirty="0" err="1" smtClean="0"/>
              <a:t>task_await</a:t>
            </a:r>
            <a:endParaRPr lang="pl-PL" dirty="0"/>
          </a:p>
        </p:txBody>
      </p:sp>
      <p:sp>
        <p:nvSpPr>
          <p:cNvPr id="19" name="Prostokąt 18"/>
          <p:cNvSpPr/>
          <p:nvPr/>
        </p:nvSpPr>
        <p:spPr>
          <a:xfrm>
            <a:off x="6627337" y="3361037"/>
            <a:ext cx="2298357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await</a:t>
            </a:r>
            <a:r>
              <a:rPr lang="pl-PL" dirty="0" smtClean="0"/>
              <a:t>/</a:t>
            </a:r>
            <a:r>
              <a:rPr lang="pl-PL" dirty="0" err="1" smtClean="0"/>
              <a:t>task</a:t>
            </a:r>
            <a:r>
              <a:rPr lang="pl-PL" dirty="0" smtClean="0"/>
              <a:t>/</a:t>
            </a:r>
            <a:r>
              <a:rPr lang="pl-PL" dirty="0" err="1" smtClean="0"/>
              <a:t>task_await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1632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Prostokąt 1"/>
          <p:cNvSpPr/>
          <p:nvPr/>
        </p:nvSpPr>
        <p:spPr>
          <a:xfrm>
            <a:off x="2075934" y="2784388"/>
            <a:ext cx="551935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smtClean="0"/>
              <a:t>run</a:t>
            </a:r>
            <a:endParaRPr lang="pl-PL" dirty="0"/>
          </a:p>
        </p:txBody>
      </p:sp>
      <p:cxnSp>
        <p:nvCxnSpPr>
          <p:cNvPr id="8" name="Łącznik prosty ze strzałką 7"/>
          <p:cNvCxnSpPr>
            <a:stCxn id="2" idx="3"/>
          </p:cNvCxnSpPr>
          <p:nvPr/>
        </p:nvCxnSpPr>
        <p:spPr>
          <a:xfrm flipV="1">
            <a:off x="2627869" y="2990335"/>
            <a:ext cx="1260390" cy="24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rostokąt 9"/>
          <p:cNvSpPr/>
          <p:nvPr/>
        </p:nvSpPr>
        <p:spPr>
          <a:xfrm>
            <a:off x="3888258" y="2788506"/>
            <a:ext cx="1309817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async</a:t>
            </a:r>
            <a:r>
              <a:rPr lang="pl-PL" dirty="0" smtClean="0"/>
              <a:t> </a:t>
            </a:r>
            <a:r>
              <a:rPr lang="pl-PL" dirty="0" err="1" smtClean="0"/>
              <a:t>main</a:t>
            </a:r>
            <a:endParaRPr lang="pl-PL" dirty="0"/>
          </a:p>
        </p:txBody>
      </p:sp>
      <p:cxnSp>
        <p:nvCxnSpPr>
          <p:cNvPr id="12" name="Łącznik prosty ze strzałką 11"/>
          <p:cNvCxnSpPr/>
          <p:nvPr/>
        </p:nvCxnSpPr>
        <p:spPr>
          <a:xfrm flipV="1">
            <a:off x="5198075" y="2364259"/>
            <a:ext cx="1400433" cy="51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ze strzałką 13"/>
          <p:cNvCxnSpPr/>
          <p:nvPr/>
        </p:nvCxnSpPr>
        <p:spPr>
          <a:xfrm>
            <a:off x="5198075" y="3015048"/>
            <a:ext cx="14004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ze strzałką 15"/>
          <p:cNvCxnSpPr>
            <a:stCxn id="10" idx="3"/>
          </p:cNvCxnSpPr>
          <p:nvPr/>
        </p:nvCxnSpPr>
        <p:spPr>
          <a:xfrm>
            <a:off x="5198075" y="3019166"/>
            <a:ext cx="1400433" cy="572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rostokąt 16"/>
          <p:cNvSpPr/>
          <p:nvPr/>
        </p:nvSpPr>
        <p:spPr>
          <a:xfrm>
            <a:off x="6598507" y="2158313"/>
            <a:ext cx="2327187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await</a:t>
            </a:r>
            <a:r>
              <a:rPr lang="pl-PL" dirty="0" smtClean="0"/>
              <a:t>/</a:t>
            </a:r>
            <a:r>
              <a:rPr lang="pl-PL" dirty="0" err="1" smtClean="0"/>
              <a:t>task</a:t>
            </a:r>
            <a:r>
              <a:rPr lang="pl-PL" dirty="0" smtClean="0"/>
              <a:t>/</a:t>
            </a:r>
            <a:r>
              <a:rPr lang="pl-PL" dirty="0" err="1" smtClean="0"/>
              <a:t>task_await</a:t>
            </a:r>
            <a:endParaRPr lang="pl-PL" dirty="0"/>
          </a:p>
        </p:txBody>
      </p:sp>
      <p:sp>
        <p:nvSpPr>
          <p:cNvPr id="18" name="Prostokąt 17"/>
          <p:cNvSpPr/>
          <p:nvPr/>
        </p:nvSpPr>
        <p:spPr>
          <a:xfrm>
            <a:off x="6627338" y="2784387"/>
            <a:ext cx="2298357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await</a:t>
            </a:r>
            <a:r>
              <a:rPr lang="pl-PL" dirty="0" smtClean="0"/>
              <a:t>/</a:t>
            </a:r>
            <a:r>
              <a:rPr lang="pl-PL" dirty="0" err="1" smtClean="0"/>
              <a:t>task</a:t>
            </a:r>
            <a:r>
              <a:rPr lang="pl-PL" dirty="0" smtClean="0"/>
              <a:t>/</a:t>
            </a:r>
            <a:r>
              <a:rPr lang="pl-PL" dirty="0" err="1" smtClean="0"/>
              <a:t>task_await</a:t>
            </a:r>
            <a:endParaRPr lang="pl-PL" dirty="0"/>
          </a:p>
        </p:txBody>
      </p:sp>
      <p:sp>
        <p:nvSpPr>
          <p:cNvPr id="19" name="Prostokąt 18"/>
          <p:cNvSpPr/>
          <p:nvPr/>
        </p:nvSpPr>
        <p:spPr>
          <a:xfrm>
            <a:off x="6627337" y="3361037"/>
            <a:ext cx="2298357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await</a:t>
            </a:r>
            <a:r>
              <a:rPr lang="pl-PL" dirty="0" smtClean="0"/>
              <a:t>/</a:t>
            </a:r>
            <a:r>
              <a:rPr lang="pl-PL" dirty="0" err="1" smtClean="0"/>
              <a:t>task</a:t>
            </a:r>
            <a:r>
              <a:rPr lang="pl-PL" dirty="0" smtClean="0"/>
              <a:t>/</a:t>
            </a:r>
            <a:r>
              <a:rPr lang="pl-PL" dirty="0" err="1" smtClean="0"/>
              <a:t>task_await</a:t>
            </a:r>
            <a:endParaRPr lang="pl-PL" dirty="0"/>
          </a:p>
        </p:txBody>
      </p:sp>
      <p:cxnSp>
        <p:nvCxnSpPr>
          <p:cNvPr id="9" name="Łącznik prosty ze strzałką 8"/>
          <p:cNvCxnSpPr>
            <a:stCxn id="17" idx="3"/>
            <a:endCxn id="25" idx="1"/>
          </p:cNvCxnSpPr>
          <p:nvPr/>
        </p:nvCxnSpPr>
        <p:spPr>
          <a:xfrm flipV="1">
            <a:off x="8925694" y="1795848"/>
            <a:ext cx="897926" cy="593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ze strzałką 12"/>
          <p:cNvCxnSpPr/>
          <p:nvPr/>
        </p:nvCxnSpPr>
        <p:spPr>
          <a:xfrm>
            <a:off x="8925694" y="2388973"/>
            <a:ext cx="9020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ze strzałką 19"/>
          <p:cNvCxnSpPr/>
          <p:nvPr/>
        </p:nvCxnSpPr>
        <p:spPr>
          <a:xfrm>
            <a:off x="8925694" y="3015048"/>
            <a:ext cx="9020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Łącznik prosty ze strzałką 21"/>
          <p:cNvCxnSpPr>
            <a:stCxn id="19" idx="3"/>
          </p:cNvCxnSpPr>
          <p:nvPr/>
        </p:nvCxnSpPr>
        <p:spPr>
          <a:xfrm>
            <a:off x="8925694" y="3591697"/>
            <a:ext cx="9020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Łącznik prosty ze strzałką 23"/>
          <p:cNvCxnSpPr/>
          <p:nvPr/>
        </p:nvCxnSpPr>
        <p:spPr>
          <a:xfrm>
            <a:off x="8925694" y="3591697"/>
            <a:ext cx="902047" cy="560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rostokąt 24"/>
          <p:cNvSpPr/>
          <p:nvPr/>
        </p:nvSpPr>
        <p:spPr>
          <a:xfrm>
            <a:off x="9823620" y="1565188"/>
            <a:ext cx="737288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async</a:t>
            </a:r>
            <a:endParaRPr lang="pl-PL" dirty="0"/>
          </a:p>
        </p:txBody>
      </p:sp>
      <p:sp>
        <p:nvSpPr>
          <p:cNvPr id="26" name="Prostokąt 25"/>
          <p:cNvSpPr/>
          <p:nvPr/>
        </p:nvSpPr>
        <p:spPr>
          <a:xfrm>
            <a:off x="9827741" y="2133599"/>
            <a:ext cx="737288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async</a:t>
            </a:r>
            <a:endParaRPr lang="pl-PL" dirty="0"/>
          </a:p>
        </p:txBody>
      </p:sp>
      <p:sp>
        <p:nvSpPr>
          <p:cNvPr id="27" name="Prostokąt 26"/>
          <p:cNvSpPr/>
          <p:nvPr/>
        </p:nvSpPr>
        <p:spPr>
          <a:xfrm>
            <a:off x="9821559" y="2772031"/>
            <a:ext cx="737288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async</a:t>
            </a:r>
            <a:endParaRPr lang="pl-PL" dirty="0"/>
          </a:p>
        </p:txBody>
      </p:sp>
      <p:sp>
        <p:nvSpPr>
          <p:cNvPr id="28" name="Prostokąt 27"/>
          <p:cNvSpPr/>
          <p:nvPr/>
        </p:nvSpPr>
        <p:spPr>
          <a:xfrm>
            <a:off x="9821559" y="3406343"/>
            <a:ext cx="737288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async</a:t>
            </a:r>
            <a:endParaRPr lang="pl-PL" dirty="0"/>
          </a:p>
        </p:txBody>
      </p:sp>
      <p:sp>
        <p:nvSpPr>
          <p:cNvPr id="29" name="Prostokąt 28"/>
          <p:cNvSpPr/>
          <p:nvPr/>
        </p:nvSpPr>
        <p:spPr>
          <a:xfrm>
            <a:off x="9821559" y="3982993"/>
            <a:ext cx="737288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async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16133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08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Ostatnim podejściem do programowania asynchronicznego będzie biblioteka </a:t>
            </a:r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51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domyślna biblioteka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od wersji 3.3.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Prostokąt 1"/>
          <p:cNvSpPr/>
          <p:nvPr/>
        </p:nvSpPr>
        <p:spPr>
          <a:xfrm>
            <a:off x="2075934" y="2784388"/>
            <a:ext cx="551935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smtClean="0"/>
              <a:t>run</a:t>
            </a:r>
            <a:endParaRPr lang="pl-PL" dirty="0"/>
          </a:p>
        </p:txBody>
      </p:sp>
      <p:cxnSp>
        <p:nvCxnSpPr>
          <p:cNvPr id="8" name="Łącznik prosty ze strzałką 7"/>
          <p:cNvCxnSpPr>
            <a:stCxn id="2" idx="3"/>
          </p:cNvCxnSpPr>
          <p:nvPr/>
        </p:nvCxnSpPr>
        <p:spPr>
          <a:xfrm flipV="1">
            <a:off x="2627869" y="2990335"/>
            <a:ext cx="1260390" cy="24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rostokąt 9"/>
          <p:cNvSpPr/>
          <p:nvPr/>
        </p:nvSpPr>
        <p:spPr>
          <a:xfrm>
            <a:off x="3888258" y="2788506"/>
            <a:ext cx="1309817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async</a:t>
            </a:r>
            <a:r>
              <a:rPr lang="pl-PL" dirty="0" smtClean="0"/>
              <a:t> </a:t>
            </a:r>
            <a:r>
              <a:rPr lang="pl-PL" dirty="0" err="1" smtClean="0"/>
              <a:t>main</a:t>
            </a:r>
            <a:endParaRPr lang="pl-PL" dirty="0"/>
          </a:p>
        </p:txBody>
      </p:sp>
      <p:cxnSp>
        <p:nvCxnSpPr>
          <p:cNvPr id="12" name="Łącznik prosty ze strzałką 11"/>
          <p:cNvCxnSpPr/>
          <p:nvPr/>
        </p:nvCxnSpPr>
        <p:spPr>
          <a:xfrm flipV="1">
            <a:off x="5198075" y="2364259"/>
            <a:ext cx="1400433" cy="51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ze strzałką 13"/>
          <p:cNvCxnSpPr/>
          <p:nvPr/>
        </p:nvCxnSpPr>
        <p:spPr>
          <a:xfrm>
            <a:off x="5198075" y="3015048"/>
            <a:ext cx="14004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ze strzałką 15"/>
          <p:cNvCxnSpPr>
            <a:stCxn id="10" idx="3"/>
          </p:cNvCxnSpPr>
          <p:nvPr/>
        </p:nvCxnSpPr>
        <p:spPr>
          <a:xfrm>
            <a:off x="5198075" y="3019166"/>
            <a:ext cx="1400433" cy="572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rostokąt 16"/>
          <p:cNvSpPr/>
          <p:nvPr/>
        </p:nvSpPr>
        <p:spPr>
          <a:xfrm>
            <a:off x="6598507" y="2158313"/>
            <a:ext cx="2327187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await</a:t>
            </a:r>
            <a:r>
              <a:rPr lang="pl-PL" dirty="0" smtClean="0"/>
              <a:t>/</a:t>
            </a:r>
            <a:r>
              <a:rPr lang="pl-PL" dirty="0" err="1" smtClean="0"/>
              <a:t>task</a:t>
            </a:r>
            <a:r>
              <a:rPr lang="pl-PL" dirty="0" smtClean="0"/>
              <a:t>/</a:t>
            </a:r>
            <a:r>
              <a:rPr lang="pl-PL" dirty="0" err="1" smtClean="0"/>
              <a:t>task_await</a:t>
            </a:r>
            <a:endParaRPr lang="pl-PL" dirty="0"/>
          </a:p>
        </p:txBody>
      </p:sp>
      <p:sp>
        <p:nvSpPr>
          <p:cNvPr id="18" name="Prostokąt 17"/>
          <p:cNvSpPr/>
          <p:nvPr/>
        </p:nvSpPr>
        <p:spPr>
          <a:xfrm>
            <a:off x="6627338" y="2784387"/>
            <a:ext cx="2298357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await</a:t>
            </a:r>
            <a:r>
              <a:rPr lang="pl-PL" dirty="0" smtClean="0"/>
              <a:t>/</a:t>
            </a:r>
            <a:r>
              <a:rPr lang="pl-PL" dirty="0" err="1" smtClean="0"/>
              <a:t>task</a:t>
            </a:r>
            <a:r>
              <a:rPr lang="pl-PL" dirty="0" smtClean="0"/>
              <a:t>/</a:t>
            </a:r>
            <a:r>
              <a:rPr lang="pl-PL" dirty="0" err="1" smtClean="0"/>
              <a:t>task_await</a:t>
            </a:r>
            <a:endParaRPr lang="pl-PL" dirty="0"/>
          </a:p>
        </p:txBody>
      </p:sp>
      <p:sp>
        <p:nvSpPr>
          <p:cNvPr id="19" name="Prostokąt 18"/>
          <p:cNvSpPr/>
          <p:nvPr/>
        </p:nvSpPr>
        <p:spPr>
          <a:xfrm>
            <a:off x="6627337" y="3361037"/>
            <a:ext cx="2298357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await</a:t>
            </a:r>
            <a:r>
              <a:rPr lang="pl-PL" dirty="0" smtClean="0"/>
              <a:t>/</a:t>
            </a:r>
            <a:r>
              <a:rPr lang="pl-PL" dirty="0" err="1" smtClean="0"/>
              <a:t>task</a:t>
            </a:r>
            <a:r>
              <a:rPr lang="pl-PL" dirty="0" smtClean="0"/>
              <a:t>/</a:t>
            </a:r>
            <a:r>
              <a:rPr lang="pl-PL" dirty="0" err="1" smtClean="0"/>
              <a:t>task_await</a:t>
            </a:r>
            <a:endParaRPr lang="pl-PL" dirty="0"/>
          </a:p>
        </p:txBody>
      </p:sp>
      <p:cxnSp>
        <p:nvCxnSpPr>
          <p:cNvPr id="9" name="Łącznik prosty ze strzałką 8"/>
          <p:cNvCxnSpPr>
            <a:stCxn id="17" idx="3"/>
            <a:endCxn id="25" idx="1"/>
          </p:cNvCxnSpPr>
          <p:nvPr/>
        </p:nvCxnSpPr>
        <p:spPr>
          <a:xfrm flipV="1">
            <a:off x="8925694" y="1795848"/>
            <a:ext cx="897926" cy="593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ze strzałką 12"/>
          <p:cNvCxnSpPr/>
          <p:nvPr/>
        </p:nvCxnSpPr>
        <p:spPr>
          <a:xfrm>
            <a:off x="8925694" y="2388973"/>
            <a:ext cx="9020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ze strzałką 19"/>
          <p:cNvCxnSpPr/>
          <p:nvPr/>
        </p:nvCxnSpPr>
        <p:spPr>
          <a:xfrm>
            <a:off x="8925694" y="3015048"/>
            <a:ext cx="9020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Łącznik prosty ze strzałką 21"/>
          <p:cNvCxnSpPr>
            <a:stCxn id="19" idx="3"/>
          </p:cNvCxnSpPr>
          <p:nvPr/>
        </p:nvCxnSpPr>
        <p:spPr>
          <a:xfrm>
            <a:off x="8925694" y="3591697"/>
            <a:ext cx="9020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Łącznik prosty ze strzałką 23"/>
          <p:cNvCxnSpPr/>
          <p:nvPr/>
        </p:nvCxnSpPr>
        <p:spPr>
          <a:xfrm>
            <a:off x="8925694" y="3591697"/>
            <a:ext cx="902047" cy="560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rostokąt 24"/>
          <p:cNvSpPr/>
          <p:nvPr/>
        </p:nvSpPr>
        <p:spPr>
          <a:xfrm>
            <a:off x="9823620" y="1565188"/>
            <a:ext cx="737288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async</a:t>
            </a:r>
            <a:endParaRPr lang="pl-PL" dirty="0"/>
          </a:p>
        </p:txBody>
      </p:sp>
      <p:sp>
        <p:nvSpPr>
          <p:cNvPr id="26" name="Prostokąt 25"/>
          <p:cNvSpPr/>
          <p:nvPr/>
        </p:nvSpPr>
        <p:spPr>
          <a:xfrm>
            <a:off x="9827741" y="2133599"/>
            <a:ext cx="737288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async</a:t>
            </a:r>
            <a:endParaRPr lang="pl-PL" dirty="0"/>
          </a:p>
        </p:txBody>
      </p:sp>
      <p:sp>
        <p:nvSpPr>
          <p:cNvPr id="27" name="Prostokąt 26"/>
          <p:cNvSpPr/>
          <p:nvPr/>
        </p:nvSpPr>
        <p:spPr>
          <a:xfrm>
            <a:off x="9821559" y="2772031"/>
            <a:ext cx="737288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async</a:t>
            </a:r>
            <a:endParaRPr lang="pl-PL" dirty="0"/>
          </a:p>
        </p:txBody>
      </p:sp>
      <p:sp>
        <p:nvSpPr>
          <p:cNvPr id="28" name="Prostokąt 27"/>
          <p:cNvSpPr/>
          <p:nvPr/>
        </p:nvSpPr>
        <p:spPr>
          <a:xfrm>
            <a:off x="9821559" y="3406343"/>
            <a:ext cx="737288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async</a:t>
            </a:r>
            <a:endParaRPr lang="pl-PL" dirty="0"/>
          </a:p>
        </p:txBody>
      </p:sp>
      <p:sp>
        <p:nvSpPr>
          <p:cNvPr id="29" name="Prostokąt 28"/>
          <p:cNvSpPr/>
          <p:nvPr/>
        </p:nvSpPr>
        <p:spPr>
          <a:xfrm>
            <a:off x="9821559" y="3982993"/>
            <a:ext cx="737288" cy="46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 smtClean="0"/>
              <a:t>async</a:t>
            </a:r>
            <a:endParaRPr lang="pl-PL" dirty="0"/>
          </a:p>
        </p:txBody>
      </p:sp>
      <p:sp>
        <p:nvSpPr>
          <p:cNvPr id="31" name="pole tekstowe 30"/>
          <p:cNvSpPr txBox="1"/>
          <p:nvPr/>
        </p:nvSpPr>
        <p:spPr>
          <a:xfrm>
            <a:off x="275846" y="4916720"/>
            <a:ext cx="5412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asyncio</a:t>
            </a:r>
            <a:r>
              <a:rPr lang="pl-PL" sz="2000" dirty="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działa w obrębie jednego wątku.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713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2012</TotalTime>
  <Words>1435</Words>
  <Application>Microsoft Office PowerPoint</Application>
  <PresentationFormat>Panoramiczny</PresentationFormat>
  <Paragraphs>191</Paragraphs>
  <Slides>28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Windows User</dc:creator>
  <cp:lastModifiedBy>User</cp:lastModifiedBy>
  <cp:revision>240</cp:revision>
  <dcterms:created xsi:type="dcterms:W3CDTF">2018-10-07T09:36:41Z</dcterms:created>
  <dcterms:modified xsi:type="dcterms:W3CDTF">2021-04-21T17:16:36Z</dcterms:modified>
</cp:coreProperties>
</file>