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 pośredni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15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1199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40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521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459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2637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0257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887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9306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2306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2448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2376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D71F4-65CB-4E4F-A0FE-7E2F95F04D94}" type="datetimeFigureOut">
              <a:rPr lang="pl-PL" smtClean="0"/>
              <a:t>10.04.2021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B0C6A-D862-4102-9F28-1B3856F8427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760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894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5455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Czym jest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 (Global Interpreter Lock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28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5455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Czym jest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 (Global Interpreter Lock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1095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zaimplementowany między innymi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Pythonie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(dokładnie w implementacji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cPython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ale też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Rubym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wielu innych językach.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39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5455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Czym jest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 (Global Interpreter Lock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1095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zaimplementowany między innymi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Pythonie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(dokładnie w implementacji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cPython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ale też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Rubym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wielu innych językach.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631216"/>
            <a:ext cx="11781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ma za zadanie uniemożliwić uruchomienie więcej niż jednego wątku w jednym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procesie. Dokładnie: tylko jeden wątek w danym procesie jest w danej chwili obsługiwany.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82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5455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Czym jest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 (Global Interpreter Lock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1095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zaimplementowany między innymi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Pythonie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(dokładnie w implementacji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cPython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ale też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Rubym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wielu innych językach.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631216"/>
            <a:ext cx="11781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ma za zadanie uniemożliwić uruchomienie więcej niż jednego wątku w jednym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procesie. Dokładnie: tylko jeden wątek w danym procesie jest w danej chwili obsługiwany.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339102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7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5455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Czym jest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 (Global Interpreter Lock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1095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zaimplementowany między innymi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Pythonie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(dokładnie w implementacji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cPython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ale też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Rubym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wielu innych językach.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631216"/>
            <a:ext cx="11781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ma za zadanie uniemożliwić uruchomienie więcej niż jednego wątku w jednym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procesie. Dokładnie: tylko jeden wątek w danym procesie jest w danej chwili obsługiwany.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339102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739212"/>
            <a:ext cx="112896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napisany intencjonalnie (lub też nie) na jeden wątek/proces nie będzie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uruchamiał się szybciej jeżeli zostanie uruchomiony na procesorze z wieloma wątkami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 też rdzeniami.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989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5455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Czym jest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 (Global Interpreter Lock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1095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zaimplementowany między innymi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Pythonie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(dokładnie w implementacji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cPython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ale też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Rubym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wielu innych językach.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631216"/>
            <a:ext cx="11781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ma za zadanie uniemożliwić uruchomienie więcej niż jednego wątku w jednym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procesie. Dokładnie: tylko jeden wątek w danym procesie jest w danej chwili obsługiwany.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339102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739212"/>
            <a:ext cx="112896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napisany intencjonalnie (lub też nie) na jeden wątek/proces nie będzie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uruchamiał się szybciej jeżeli zostanie uruchomiony na procesorze z wieloma wątkami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 też rdzeniami.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3754875"/>
            <a:ext cx="11126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 Program wykonuje się przewidywalnie, a odpowiedź dostajemy zawsze w założonej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kolejności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20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5455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Czym jest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 (Global Interpreter Lock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1095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zaimplementowany między innymi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Pythonie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(dokładnie w implementacji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cPython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ale też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Rubym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wielu innych językach.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631216"/>
            <a:ext cx="11781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ma za zadanie uniemożliwić uruchomienie więcej niż jednego wątku w jednym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procesie. Dokładnie: tylko jeden wątek w danym procesie jest w danej chwili obsługiwany.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339102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739212"/>
            <a:ext cx="112896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napisany intencjonalnie (lub też nie) na jeden wątek/proces nie będzie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uruchamiał się szybciej jeżeli zostanie uruchomiony na procesorze z wieloma wątkami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 też rdzeniami.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3754875"/>
            <a:ext cx="11126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 Program wykonuje się przewidywalnie, a odpowiedź dostajemy zawsze w założonej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kolejności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6" y="4462761"/>
            <a:ext cx="10924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 GIL zapobiega tzw. systemowi z wyścigami (race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condition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 Nie pozwala używać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pl-PL" sz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jednego zasobu przez dwa konkurujące wątki.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25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pole tekstowe 5"/>
          <p:cNvSpPr txBox="1"/>
          <p:nvPr/>
        </p:nvSpPr>
        <p:spPr>
          <a:xfrm>
            <a:off x="275846" y="523220"/>
            <a:ext cx="5455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Czym jest </a:t>
            </a:r>
            <a:r>
              <a:rPr lang="pl-PL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GIL (Global Interpreter Lock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46" y="923330"/>
            <a:ext cx="109589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zaimplementowany między innymi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Pythonie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(dokładnie w implementacji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cPython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), ale też w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Rubym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wielu innych językach.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1631216"/>
            <a:ext cx="117810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Algorytm ma za zadanie uniemożliwić uruchomienie więcej niż jednego wątku w jednym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procesie. Dokładnie: tylko jeden wątek w danym procesie jest w danej chwili obsługiwany.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339102"/>
            <a:ext cx="10055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co?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5846" y="2739212"/>
            <a:ext cx="112896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 napisany intencjonalnie (lub też nie) na jeden wątek/proces nie będzie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uruchamiał się szybciej jeżeli zostanie uruchomiony na procesorze z wieloma wątkami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czy też rdzeniami.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5846" y="3754875"/>
            <a:ext cx="111265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 Program wykonuje się przewidywalnie, a odpowiedź dostajemy zawsze w założonej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kolejności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5846" y="4462761"/>
            <a:ext cx="10924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 GIL zapobiega tzw. systemowi z wyścigami (race 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condition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 Nie pozwala używać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</a:t>
            </a:r>
            <a:r>
              <a:rPr lang="pl-PL" sz="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jednego zasobu przez dwa konkurujące wątki.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69114" y="5170647"/>
            <a:ext cx="65137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+ Przeważnie unikamy zakleszczenia (</a:t>
            </a:r>
            <a:r>
              <a:rPr lang="pl-PL" sz="2000" dirty="0" err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deadpool</a:t>
            </a: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).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24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75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275846" y="923330"/>
            <a:ext cx="866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2: Wątki nie działają równolegle, ale są co chwilę przepinane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29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275846" y="923330"/>
            <a:ext cx="866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2: Wątki nie działają równolegle, ale są co chwilę przepinane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78" y="1323440"/>
            <a:ext cx="951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3: „Normalnie” program nie zacznie wykonywać drugiej rzeczy póki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nie skończy pierwszej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68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275846" y="923330"/>
            <a:ext cx="866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2: Wątki nie działają równolegle, ale są co chwilę przepinane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78" y="1323440"/>
            <a:ext cx="951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3: „Normalnie” program nie zacznie wykonywać drugiej rzeczy póki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nie skończy pierwszej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9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275846" y="923330"/>
            <a:ext cx="866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2: Wątki nie działają równolegle, ale są co chwilę przepinane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78" y="1323440"/>
            <a:ext cx="951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3: „Normalnie” program nie zacznie wykonywać drugiej rzeczy póki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nie skończy pierwszej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2031326"/>
            <a:ext cx="103146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4: Nakład tworzenia wątków jest mniejszy niż nakład tworzenia procesów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97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275846" y="923330"/>
            <a:ext cx="866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2: Wątki nie działają równolegle, ale są co chwilę przepinane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78" y="1323440"/>
            <a:ext cx="951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3: „Normalnie” program nie zacznie wykonywać drugiej rzeczy póki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nie skończy pierwszej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2031326"/>
            <a:ext cx="103146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4: Nakład tworzenia wątków jest mniejszy niż nakład tworzenia procesów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431436"/>
            <a:ext cx="10317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1: Nie używamy obliczeń równoległych gdy nie ma takiej konieczności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22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275846" y="923330"/>
            <a:ext cx="866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2: Wątki nie działają równolegle, ale są co chwilę przepinane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78" y="1323440"/>
            <a:ext cx="951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3: „Normalnie” program nie zacznie wykonywać drugiej rzeczy póki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nie skończy pierwszej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2031326"/>
            <a:ext cx="103146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4: Nakład tworzenia wątków jest mniejszy niż nakład tworzenia procesów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431436"/>
            <a:ext cx="10317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1: Nie używamy obliczeń równoległych gdy nie ma takiej konieczności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3217" y="2831546"/>
            <a:ext cx="11146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2: Do dowolnych prac wymagających pracy procesora – używamy procesów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69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275846" y="923330"/>
            <a:ext cx="866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2: Wątki nie działają równolegle, ale są co chwilę przepinane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78" y="1323440"/>
            <a:ext cx="951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3: „Normalnie” program nie zacznie wykonywać drugiej rzeczy póki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nie skończy pierwszej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2031326"/>
            <a:ext cx="103146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4: Nakład tworzenia wątków jest mniejszy niż nakład tworzenia procesów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431436"/>
            <a:ext cx="10317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1: Nie używamy obliczeń równoległych gdy nie ma takiej konieczności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3217" y="2831546"/>
            <a:ext cx="11146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2: Do dowolnych prac wymagających pracy procesora – używamy procesów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3217" y="3228945"/>
            <a:ext cx="113291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3: Jeżeli praca polega głównie na czekaniu i sprawdzaniu czy coś się zmieniło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(np. czy dostaliśmy odpowiedź z serwera, albo czy użytkownik coś wpisał)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używamy wątków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28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e tekstowe 4"/>
          <p:cNvSpPr txBox="1"/>
          <p:nvPr/>
        </p:nvSpPr>
        <p:spPr>
          <a:xfrm>
            <a:off x="2993324" y="0"/>
            <a:ext cx="6205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„Programowanie asynchroniczne”</a:t>
            </a:r>
            <a:endParaRPr lang="pl-PL" sz="28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4" name="pole tekstowe 13"/>
          <p:cNvSpPr txBox="1"/>
          <p:nvPr/>
        </p:nvSpPr>
        <p:spPr>
          <a:xfrm>
            <a:off x="275846" y="523220"/>
            <a:ext cx="47407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1: Procesy działają równolegle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pole tekstowe 5"/>
          <p:cNvSpPr txBox="1"/>
          <p:nvPr/>
        </p:nvSpPr>
        <p:spPr>
          <a:xfrm>
            <a:off x="275846" y="923330"/>
            <a:ext cx="86637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2: Wątki nie działają równolegle, ale są co chwilę przepinane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/>
          <p:cNvSpPr txBox="1"/>
          <p:nvPr/>
        </p:nvSpPr>
        <p:spPr>
          <a:xfrm>
            <a:off x="275878" y="1323440"/>
            <a:ext cx="95138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3: „Normalnie” program nie zacznie wykonywać drugiej rzeczy póki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nie skończy pierwszej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/>
          <p:cNvSpPr txBox="1"/>
          <p:nvPr/>
        </p:nvSpPr>
        <p:spPr>
          <a:xfrm>
            <a:off x="275846" y="2031326"/>
            <a:ext cx="103146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Fakt 4: Nakład tworzenia wątków jest mniejszy niż nakład tworzenia procesów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pole tekstowe 8"/>
          <p:cNvSpPr txBox="1"/>
          <p:nvPr/>
        </p:nvSpPr>
        <p:spPr>
          <a:xfrm>
            <a:off x="275846" y="2431436"/>
            <a:ext cx="10317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1: Nie używamy obliczeń równoległych gdy nie ma takiej konieczności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pole tekstowe 9"/>
          <p:cNvSpPr txBox="1"/>
          <p:nvPr/>
        </p:nvSpPr>
        <p:spPr>
          <a:xfrm>
            <a:off x="273217" y="2831546"/>
            <a:ext cx="11146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2: Do dowolnych prac wymagających pracy procesora – używamy procesów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1" name="pole tekstowe 10"/>
          <p:cNvSpPr txBox="1"/>
          <p:nvPr/>
        </p:nvSpPr>
        <p:spPr>
          <a:xfrm>
            <a:off x="273217" y="3228945"/>
            <a:ext cx="1132919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Wniosek 3: Jeżeli praca polega głównie na czekaniu i sprawdzaniu czy coś się zmieniło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(np. czy dostaliśmy odpowiedź z serwera, albo czy użytkownik coś wpisał)</a:t>
            </a:r>
            <a:b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           używamy wątków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2" name="pole tekstowe 11"/>
          <p:cNvSpPr txBox="1"/>
          <p:nvPr/>
        </p:nvSpPr>
        <p:spPr>
          <a:xfrm>
            <a:off x="273217" y="4244608"/>
            <a:ext cx="2922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Praca </a:t>
            </a:r>
            <a:r>
              <a:rPr lang="pl-PL" sz="200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CPU – procesy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3" name="pole tekstowe 12"/>
          <p:cNvSpPr txBox="1"/>
          <p:nvPr/>
        </p:nvSpPr>
        <p:spPr>
          <a:xfrm>
            <a:off x="273217" y="4642007"/>
            <a:ext cx="2520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0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Praca I/O – wątki</a:t>
            </a:r>
            <a:endParaRPr lang="pl-PL" sz="20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22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2003</TotalTime>
  <Words>849</Words>
  <Application>Microsoft Office PowerPoint</Application>
  <PresentationFormat>Panoramiczny</PresentationFormat>
  <Paragraphs>94</Paragraphs>
  <Slides>18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Verdana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Windows User</dc:creator>
  <cp:lastModifiedBy>User</cp:lastModifiedBy>
  <cp:revision>219</cp:revision>
  <dcterms:created xsi:type="dcterms:W3CDTF">2018-10-07T09:36:41Z</dcterms:created>
  <dcterms:modified xsi:type="dcterms:W3CDTF">2021-04-10T11:21:41Z</dcterms:modified>
</cp:coreProperties>
</file>