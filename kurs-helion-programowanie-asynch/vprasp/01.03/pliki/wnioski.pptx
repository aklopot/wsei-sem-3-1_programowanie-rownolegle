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5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199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40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521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45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263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025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88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306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230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244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237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D71F4-65CB-4E4F-A0FE-7E2F95F04D94}" type="datetimeFigureOut">
              <a:rPr lang="pl-PL" smtClean="0"/>
              <a:t>09.04.2021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760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9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118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Programowanie asynchroniczne nie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jest (jedyną/konieczną)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receptą na powolny kod.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28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118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Programowanie asynchroniczne nie jest (jedyną/konieczną) receptą na powolny kod.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8965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Kod przetwarzający zadania współbieżnie jest zazwyczaj trudniejszy.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33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118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Programowanie asynchroniczne nie jest (jedyną/konieczną) receptą na powolny kod.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8965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Kod przetwarzający zadania współbieżnie jest zazwyczaj trudniejszy.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5" y="1323440"/>
            <a:ext cx="7189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 takim programowaniem związane są pewne pułapki.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33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118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Programowanie asynchroniczne nie jest (jedyną/konieczną) receptą na powolny kod.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8965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Kod przetwarzający zadania współbieżnie jest zazwyczaj trudniejszy.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5" y="1323440"/>
            <a:ext cx="7189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 takim programowaniem związane są pewne pułapki.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5" y="1723550"/>
            <a:ext cx="1131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Zdarza się, że należy zmodyfikować dużą część kodu aby uczynić go asynchronicznym.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69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118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Programowanie asynchroniczne nie jest (jedyną/konieczną) receptą na powolny kod.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8965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Kod przetwarzający zadania współbieżnie jest zazwyczaj trudniejszy.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5" y="1323440"/>
            <a:ext cx="7189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 takim programowaniem związane są pewne pułapki.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5" y="1723550"/>
            <a:ext cx="1131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Zdarza się, że należy zmodyfikować dużą część kodu aby uczynić go asynchronicznym.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5" y="2123660"/>
            <a:ext cx="6788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Kod uruchamiany równolegle nie musi być szybszy.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2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11118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Programowanie asynchroniczne nie jest (jedyną/konieczną) receptą na powolny kod.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8965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Kod przetwarzający zadania współbieżnie jest zazwyczaj trudniejszy.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5" y="1323440"/>
            <a:ext cx="7189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 takim programowaniem związane są pewne pułapki.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5" y="1723550"/>
            <a:ext cx="1131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Zdarza się, że należy zmodyfikować dużą część kodu aby uczynić go asynchronicznym.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5" y="2123660"/>
            <a:ext cx="6788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Kod uruchamiany równolegle nie musi być szybszy.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5" y="2523770"/>
            <a:ext cx="10456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Kod uruchamiany na coraz większej ilości rdzeni niekoniecznie staje się szybszy.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07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</TotalTime>
  <Words>242</Words>
  <Application>Microsoft Office PowerPoint</Application>
  <PresentationFormat>Panoramiczny</PresentationFormat>
  <Paragraphs>28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Windows User</dc:creator>
  <cp:lastModifiedBy>User</cp:lastModifiedBy>
  <cp:revision>201</cp:revision>
  <dcterms:created xsi:type="dcterms:W3CDTF">2018-10-07T09:36:41Z</dcterms:created>
  <dcterms:modified xsi:type="dcterms:W3CDTF">2021-04-09T15:27:09Z</dcterms:modified>
</cp:coreProperties>
</file>